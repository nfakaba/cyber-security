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Google Sans" pitchFamily="2" charset="0"/>
      <p:regular r:id="rId5"/>
      <p:bold r:id="rId6"/>
      <p:italic r:id="rId7"/>
      <p:boldItalic r:id="rId8"/>
    </p:embeddedFon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58" d="100"/>
          <a:sy n="158" d="100"/>
        </p:scale>
        <p:origin x="86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rustotal.com/gui/domain/a-0003.a-msedge.n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311700" y="419550"/>
            <a:ext cx="7213893" cy="640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95000"/>
              </a:lnSpc>
              <a:buSzPts val="605"/>
              <a:buNone/>
            </a:pPr>
            <a:r>
              <a:rPr lang="en-US" b="1" dirty="0"/>
              <a:t>SHA256 file hash: </a:t>
            </a:r>
            <a:r>
              <a:rPr lang="en-US" dirty="0"/>
              <a:t>54e6ea47eb04634d3e87fd7787e2136ccfbcc80ade34f246a12cf93bab527f6b</a:t>
            </a:r>
            <a:endParaRPr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lang="en-US"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-US" sz="179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56 out of 72 vendors flagged this file as malicious so that’s a pretty good percentage, also the community score is a –272 and that’s a good indicator as well that the file is most likely malicious. Reviewing the detection tab is a good indicator as well that the file is malicious.</a:t>
            </a:r>
            <a:endParaRPr sz="179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w="2857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sz="1700" b="1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Execution, Persistence, Privilege Escalation and Defense Evasion </a:t>
            </a:r>
            <a:endParaRPr sz="1100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Capture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/>
              <a:t>HTTP Requests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hlinkClick r:id="rId3"/>
              </a:rPr>
              <a:t>a-0003.a-msedge.net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/>
              <a:t>204.79.197.203:443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/>
              <a:t>8f35a9e70dbec8f1904991773f394cd4f9a07f5e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Microsoft Macintosh PowerPoint</Application>
  <PresentationFormat>On-screen Show (16:9)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Google Sans</vt:lpstr>
      <vt:lpstr>Roboto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nfakaba cisse</cp:lastModifiedBy>
  <cp:revision>1</cp:revision>
  <dcterms:modified xsi:type="dcterms:W3CDTF">2025-10-14T03:54:34Z</dcterms:modified>
</cp:coreProperties>
</file>